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D335D-8579-43E2-81D8-5CDC3E272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D9AE4C-8B38-4FA2-ACC7-CA9F1BF47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E476E6-5DB8-4E41-AB19-BAFA7619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AD51-78A4-4269-9F4A-72523430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E8EBC0-27CF-4F53-8C07-E24F7F8D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9397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65D73-DA3E-4935-A359-92DD8166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83770A-5F8A-47FF-9333-4ABE7EE6D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1E7926-75B6-4371-96F9-5E29411B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9AAD45-209B-4304-B9F7-F115D068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D935DF-4218-4C71-AB86-CA6DD652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7532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D683C-1BFA-428A-BB61-4C661553F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B8BCA9-CBA4-40B3-9963-441C9A05A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ABD226-7823-47C5-91B0-1EC52978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442584-5A18-4F4A-B253-8FCF5188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256EC8-539C-40D1-9C79-2C7D81FB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675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C2D34-7766-4062-8596-6B8E5A92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ABF9C2-3C8B-434E-9D41-2A92007D8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BAF4A8-AFF3-41B3-9D73-B7BE44963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9B40A0-C031-4E8E-9722-975C31D2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ACDE2F-DA23-4201-8DAB-232E43AA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B5594F-321E-4EE0-8A91-7A9B44CE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4253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D9FE9-CF27-4AFD-A509-703C79E5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9842F1-23C8-4891-9B2F-415897FBD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625A56-8A01-4056-BDB7-9F81D3212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111459-F7B7-4EEC-95A7-E9599FBE5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4F2FED-7C28-4EFC-B6C6-C45DF1795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9439FDF-23A7-478F-A4E5-51EEBB7E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D0BDDD-EE57-4108-8AF0-7F57A51B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90657F-C69D-451B-BDC1-575C32FD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266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9C928-6005-4CEC-B109-10BD806F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4373698-1671-4659-9E2D-7A6F1024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5F13F5-5BD0-4D67-B323-66EDCBB5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9E5D5E-34CE-43E4-B746-A9403558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5780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38FCA5E-9DB1-4B51-81E5-5F9AF72E7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429C98-295A-4554-9AD9-09812D2B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7A45AD-6C13-403D-9DCB-49090111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799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8D674-BEF6-4637-AE9E-9C54CE25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413B36-6C87-4829-8EFA-874DCE7A9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61D2DA-F1E0-4050-B6E1-86115BD27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DE786B-CCC3-4056-9257-1763BEBA8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C8CDE0-C985-42D0-BDA1-ADADDE0E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3C44FE-357E-4169-9D00-8B487972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4464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BC7EB-071F-4285-9FF7-81E8110B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53D527-9541-48A9-8230-20FEAE996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9282AD-A932-45E2-94C1-1CCEB30D2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6BACD0-31F1-4EF0-B50A-1CF178F4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B7330C-955D-4B07-B974-11C666C62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3A74CF-3EDD-46F6-A067-60767A9D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932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C0007-1F66-4672-B530-386BEBCD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206A37-70FC-4D13-B55F-78396FB38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3429CD-FEE6-4849-9437-ED582084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9C1BD9-3445-4161-8A98-A7F34CFC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9C39C8-1584-4077-90D2-76A53B42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13706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43C00B-FE26-4AAF-8C4D-3EF628EF3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41E663-63EA-4758-B910-12538256B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8835E6-1907-4528-A5A3-022796D1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2E6F69-F854-4AF0-89F5-57EA8C6C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25DBA9-6911-4EC3-A311-5CBA520C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913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92BA08B-107A-4F02-A61B-B1AEDF56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F463BD-E5F5-4FA9-B411-D7B9B6960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1AFD59-5182-40BF-848D-80A191914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6DCF9-0EFF-4EC7-807A-EE6534E74515}" type="datetimeFigureOut">
              <a:rPr lang="es-ES_tradnl" smtClean="0"/>
              <a:t>10/03/2021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2F43FD-4C64-459A-BBA4-425AA305D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B6C1E9-7A00-4CB6-BAFD-B5659BD9C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E5083-4FC1-4B7A-8FDC-10862E4877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491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8347A-7617-437D-81DD-9B6FECABEA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8E837B-A442-4DA7-9D40-645C2B2103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82519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Bobby</dc:creator>
  <cp:lastModifiedBy>Bobby</cp:lastModifiedBy>
  <cp:revision>1</cp:revision>
  <dcterms:created xsi:type="dcterms:W3CDTF">2021-03-10T14:17:29Z</dcterms:created>
  <dcterms:modified xsi:type="dcterms:W3CDTF">2021-03-10T14:18:02Z</dcterms:modified>
</cp:coreProperties>
</file>